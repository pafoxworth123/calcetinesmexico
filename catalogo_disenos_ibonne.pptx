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s-MX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s-MX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6A7391-AD85-4066-9142-CFB96B41624D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4EFE2D-6967-4C76-9E14-1905316AD3F7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B80AFA-F952-4FEA-AF62-638FF59A4B03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2AF867-3A9B-4374-910C-6191DDC4411F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F5B426-9202-43F8-AA3B-3F3178390EA2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MX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136493-FA9C-480D-BEA5-A8659489D548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76D4DB-2A9E-4A72-9A1B-6E9F6599123D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MX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MX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MX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54BC97-6E64-43C5-A486-D1F88670909D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E19394-4490-414E-81C5-4ECB7A093178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6A8760-F665-4218-A47A-A9D7545A8D7F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</a:t>
            </a:r>
            <a:endParaRPr lang="es-MX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</a:t>
            </a:r>
            <a:endParaRPr lang="es-MX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MX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</a:t>
            </a:r>
            <a:endParaRPr lang="es-MX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MX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AD9CFE-3789-4D98-A201-0FF05FF556E7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Haz clic para modificar el estilo de título del patrón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s-MX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MX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MX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Haga clic para modificar los estilos de texto del patrón</a:t>
            </a:r>
            <a:endParaRPr lang="es-MX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AC219C-C6A6-4206-A85A-57802C622FD0}" type="slidenum">
              <a:rPr lang="es-MX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image" Target="../media/image13.jpeg"/><Relationship Id="rId4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14000" y="1011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BABY COLOR BOY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65" name="Imagen 10"/>
          <p:cNvPicPr/>
          <p:nvPr/>
        </p:nvPicPr>
        <p:blipFill>
          <a:blip r:embed="rId1"/>
          <a:stretch/>
        </p:blipFill>
        <p:spPr>
          <a:xfrm>
            <a:off x="9481680" y="3967920"/>
            <a:ext cx="1371240" cy="246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n 6"/>
          <p:cNvPicPr/>
          <p:nvPr/>
        </p:nvPicPr>
        <p:blipFill>
          <a:blip r:embed="rId2"/>
          <a:stretch/>
        </p:blipFill>
        <p:spPr>
          <a:xfrm>
            <a:off x="6545160" y="763920"/>
            <a:ext cx="4671360" cy="311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Marcador de contenido 4"/>
          <p:cNvPicPr/>
          <p:nvPr/>
        </p:nvPicPr>
        <p:blipFill>
          <a:blip r:embed="rId3"/>
          <a:stretch/>
        </p:blipFill>
        <p:spPr>
          <a:xfrm>
            <a:off x="8109720" y="3967920"/>
            <a:ext cx="1371240" cy="246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n 5"/>
          <p:cNvPicPr/>
          <p:nvPr/>
        </p:nvPicPr>
        <p:blipFill>
          <a:blip r:embed="rId4"/>
          <a:stretch/>
        </p:blipFill>
        <p:spPr>
          <a:xfrm>
            <a:off x="739080" y="1134720"/>
            <a:ext cx="2504880" cy="237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Imagen 8"/>
          <p:cNvPicPr/>
          <p:nvPr/>
        </p:nvPicPr>
        <p:blipFill>
          <a:blip r:embed="rId5"/>
          <a:stretch/>
        </p:blipFill>
        <p:spPr>
          <a:xfrm>
            <a:off x="894960" y="3878280"/>
            <a:ext cx="3630600" cy="2372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BABY COLOR GIRL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71" name="Imagen 26"/>
          <p:cNvPicPr/>
          <p:nvPr/>
        </p:nvPicPr>
        <p:blipFill>
          <a:blip r:embed="rId1"/>
          <a:stretch/>
        </p:blipFill>
        <p:spPr>
          <a:xfrm>
            <a:off x="933120" y="4026960"/>
            <a:ext cx="3823560" cy="239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Imagen 20"/>
          <p:cNvPicPr/>
          <p:nvPr/>
        </p:nvPicPr>
        <p:blipFill>
          <a:blip r:embed="rId2"/>
          <a:stretch/>
        </p:blipFill>
        <p:spPr>
          <a:xfrm>
            <a:off x="5542200" y="1610280"/>
            <a:ext cx="5976720" cy="398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Marcador de contenido 16"/>
          <p:cNvPicPr/>
          <p:nvPr/>
        </p:nvPicPr>
        <p:blipFill>
          <a:blip r:embed="rId3"/>
          <a:stretch/>
        </p:blipFill>
        <p:spPr>
          <a:xfrm>
            <a:off x="838080" y="1234080"/>
            <a:ext cx="2561040" cy="248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DAMA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75" name="Marcador de contenido 28"/>
          <p:cNvPicPr/>
          <p:nvPr/>
        </p:nvPicPr>
        <p:blipFill>
          <a:blip r:embed="rId1"/>
          <a:stretch/>
        </p:blipFill>
        <p:spPr>
          <a:xfrm>
            <a:off x="533880" y="1690560"/>
            <a:ext cx="4060080" cy="280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Imagen 12"/>
          <p:cNvPicPr/>
          <p:nvPr/>
        </p:nvPicPr>
        <p:blipFill>
          <a:blip r:embed="rId2"/>
          <a:stretch/>
        </p:blipFill>
        <p:spPr>
          <a:xfrm>
            <a:off x="4898520" y="835560"/>
            <a:ext cx="7131240" cy="4754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GIRL ATTITUDE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78" name="Marcador de contenido 24"/>
          <p:cNvPicPr/>
          <p:nvPr/>
        </p:nvPicPr>
        <p:blipFill>
          <a:blip r:embed="rId1"/>
          <a:stretch/>
        </p:blipFill>
        <p:spPr>
          <a:xfrm>
            <a:off x="1071720" y="4096800"/>
            <a:ext cx="3779280" cy="239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Imagen 22"/>
          <p:cNvPicPr/>
          <p:nvPr/>
        </p:nvPicPr>
        <p:blipFill>
          <a:blip r:embed="rId2"/>
          <a:stretch/>
        </p:blipFill>
        <p:spPr>
          <a:xfrm>
            <a:off x="6353640" y="586800"/>
            <a:ext cx="5221080" cy="522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Imagen 14"/>
          <p:cNvPicPr/>
          <p:nvPr/>
        </p:nvPicPr>
        <p:blipFill>
          <a:blip r:embed="rId3"/>
          <a:stretch/>
        </p:blipFill>
        <p:spPr>
          <a:xfrm>
            <a:off x="1071720" y="1340640"/>
            <a:ext cx="2767680" cy="262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REFILL</a:t>
            </a:r>
            <a:endParaRPr lang="es-MX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82" name="Marcador de contenido 30"/>
          <p:cNvPicPr/>
          <p:nvPr/>
        </p:nvPicPr>
        <p:blipFill>
          <a:blip r:embed="rId1"/>
          <a:stretch/>
        </p:blipFill>
        <p:spPr>
          <a:xfrm>
            <a:off x="6540840" y="1690560"/>
            <a:ext cx="4350960" cy="435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Imagen 18"/>
          <p:cNvPicPr/>
          <p:nvPr/>
        </p:nvPicPr>
        <p:blipFill>
          <a:blip r:embed="rId2"/>
          <a:stretch/>
        </p:blipFill>
        <p:spPr>
          <a:xfrm>
            <a:off x="930960" y="1428120"/>
            <a:ext cx="3581640" cy="226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n 4"/>
          <p:cNvPicPr/>
          <p:nvPr/>
        </p:nvPicPr>
        <p:blipFill>
          <a:blip r:embed="rId3"/>
          <a:stretch/>
        </p:blipFill>
        <p:spPr>
          <a:xfrm>
            <a:off x="930960" y="3866400"/>
            <a:ext cx="4263480" cy="2724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LibreOffice/26.2.5.2$Windows_X86_64 LibreOffice_project/cd7284b4cbbfeb507e630c1aac019f4157393acb</Application>
  <AppVersion>15.0000</AppVersion>
  <Words>10</Words>
  <Paragraphs>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2025-10-13T17:08:41Z</dcterms:created>
  <dc:creator>Ibonne Roman</dc:creator>
  <dc:description/>
  <dc:language>en-US</dc:language>
  <cp:lastModifiedBy/>
  <dcterms:modified xsi:type="dcterms:W3CDTF">2026-08-02T20:30:26Z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5</vt:i4>
  </property>
</Properties>
</file>